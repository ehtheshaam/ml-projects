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965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2743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Sensor-Based Remaining Useful Life (RUL) Prediction System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Ehtheshaam Ulhaq  |  B.Tech CSE (Data Science &amp; AI/ML)  |  Dhaanish Ahmed College of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3291840"/>
          </a:xfrm>
          <a:prstGeom prst="roundRect">
            <a:avLst>
              <a:gd name="adj" fmla="val 2222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745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691640"/>
            <a:ext cx="92354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machines fail unexpectedly, causing costly downtime and unplanned repairs.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maintenance is either reactive (fix after failure) or scheduled (fixed intervals) — both are inefficient.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generate continuous machine data (temperature, vibration, pressure, cycles) that can reveal early signs of degradation.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use this sensor data to predict how much useful life a machine has left, before it fails.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11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88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RUL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32004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Remaining Useful Life of equipment from live sensor readings.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97680" y="155448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0" y="18288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0116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788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572000" y="32004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anomalies and degradation trends before a breakdown occurs.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46720" y="155448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21040" y="18288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0116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2788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Downtime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321040" y="32004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condition-based maintenance instead of reactive or fixed-schedule repairs.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&amp;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2148840" cy="288036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57300" y="18288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2606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/ equipment operating data (temperature, vibration, cycles, load) from a Kaggle-style sensor dataset.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1760" y="2148840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600200"/>
            <a:ext cx="2148840" cy="288036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97580" y="18288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4975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34640" y="2606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310896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handling missing values, and merging multi-source signals into a unified feature set.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92040" y="2148840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83480" y="1600200"/>
            <a:ext cx="2148840" cy="288036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37860" y="18288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7378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74920" y="2606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310896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degradation indicators and cycle-based features relevant to wear and failure.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0" y="2148840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0" y="1600200"/>
            <a:ext cx="2148840" cy="288036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78140" y="18288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79781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15200" y="2606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60920" y="310896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model trained to map sensor features to Remaining Useful Life / failure risk.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372600" y="2148840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64040" y="1600200"/>
            <a:ext cx="2148840" cy="288036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218420" y="18288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102184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555480" y="2606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Output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0" y="310896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validated on held-out data; outputs RUL estimate and risk flag per machine.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8745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4825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783080" y="217627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data processing and modeling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26480" y="155448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55080" y="18745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2048256"/>
            <a:ext cx="429768" cy="4297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360920" y="217627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transformation, feature engineering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2004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5204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694176"/>
            <a:ext cx="429768" cy="4297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3383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(RandomForest)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783080" y="382219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used for RUL / failure prediction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26480" y="32004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355080" y="35204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3694176"/>
            <a:ext cx="429768" cy="4297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60920" y="3383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/ Colab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360920" y="382219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Experimentation, training and evaluation notebook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Key Features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329184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readings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Temperature, vibration, pressure, load recorded over operating cycles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cycles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cycles / time elapsed since last maintenance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Degradation indicators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Engineered features capturing trend and rate of wear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 Useful Life (RUL) / failure risk label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Pivot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DF2F2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Plan: Flight Delay Forecaster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Relied on merging flight data with weather data via the Meteostat API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Meteostat API had breaking changes mid-project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version conflicts broke the data-merge pipeline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41732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0FDF9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Pivoted To: Predictive Maintenance (RUL)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214884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sensor-based RUL modeling — no external weather-API dependency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 stable Kaggle sensor dataset for reliable, reproducible 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model trained cleanly end-to-end on sensor features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474720"/>
            <a:ext cx="3657600" cy="36576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working RandomForest-based RUL prediction pipeline on IoT sensor data.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condition-based maintenance is achievable from raw sensor streams.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real-time streaming input, deep learning (LSTM) for time-series RUL, and a live dashboard for maintenance alerts.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Maintenance using IoT Sensor Data</dc:title>
  <dc:subject>PptxGenJS Presentation</dc:subject>
  <dc:creator>Shaik Ehtheshaam Ulhaq</dc:creator>
  <cp:lastModifiedBy>Shaik Ehtheshaam Ulhaq</cp:lastModifiedBy>
  <cp:revision>1</cp:revision>
  <dcterms:created xsi:type="dcterms:W3CDTF">2026-07-08T08:51:57Z</dcterms:created>
  <dcterms:modified xsi:type="dcterms:W3CDTF">2026-07-08T08:51:57Z</dcterms:modified>
</cp:coreProperties>
</file>